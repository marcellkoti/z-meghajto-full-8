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F042E5-3650-4CCC-978C-D84BBCD61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15C7D7E-E2DF-42D8-8C57-7F059177E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CA3F26-B835-4236-B659-F9630C6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7776BD0-EB1E-47CA-90E0-86B2070D1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6125E8-0DFE-4EAE-9FD5-47A440DA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134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5FD56B-4E50-440B-81F4-8834B2B5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99F833-357D-463B-B38D-C98B5D4B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0042AC-C786-4458-B2DE-AD2781D1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0FD775-79CA-4AF5-A720-C7D028A3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559D28-E190-466C-8A28-AE9D5582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334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B8B1B5-FF95-4A6B-AE4A-8DDB5F03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27A59FE-CA86-4BAE-BBF9-3B6AAB4F0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48790F7-34DF-43EA-B563-066E343D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B73277C-EC7F-4B6C-A702-03003EF1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C5AD76A-D075-4353-BF05-276A574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746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0201CA-4C8A-42C0-AF89-5B2E0EB1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288E9B-DA8E-42D1-A21E-64F5D3507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C6AD968-680E-4B40-809C-0CFEDC5FF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66762D5-94F7-40A6-A8D7-A6F6F1F0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F0B1D84-174C-4E8A-838D-B681920C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ECE6FDA-1035-4AAB-A30E-5E3D8089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23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402F7E-D5D3-4933-9C1A-83DC477A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396CB8C-E51C-4A69-AB0E-81DB5826A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702D0B2-54EF-4ACD-862F-C4AE0FC30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A433134-E265-4129-A560-42E83DADF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CF13DC6-FADD-495C-BB7E-2D79995CA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BE13ABA-4356-4065-9D6C-87C6AA11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79FE28C-AD50-4AEE-926F-1BD86233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40E917F-70B5-4075-A7F2-FE4B8056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952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A9DFAE-397C-4615-9A4B-3D64F4A6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DAD72A6-D2FF-455F-9F5A-9EDEA592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4A85012-CC95-42F5-87E5-7BBBB4EE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E2E07E1-6FF4-4846-AE3D-18827EA0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63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6E23C92-BCE6-475C-AF1A-6B92C0FB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0F31A46-6566-4C8D-82AB-CB713CB9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0C71B7C-81C5-465D-B7D5-56B1036A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187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BD520C-9AF0-4DC1-8E86-C1888B96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BE311E-45D3-4571-BE98-00BBE1814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D06303B-C086-4C00-94B9-E1F1C29A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5FAE8EF-1C18-4855-BF02-A0E17E03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150B506-2E8E-4AC6-AF91-AF4F8028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5BA1365-A5ED-4C5C-9414-FA3BBBA5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895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C8A97F-F17F-4502-B918-562A7AF28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9BCC479-33CF-45D4-B5CE-8FA6F530F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3351A19-A443-4477-86E9-11EF3571E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C15D0E-4588-4EDE-9188-8CF781ED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119D58D-837A-4011-BC79-015D89C8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6204DDF-8388-4579-88E1-75E9C27A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531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A433EB-82ED-41E1-ADF0-56480175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4918714-D155-4D6C-8226-988E8EBA6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616CF6-10A5-49E1-957E-9EF51C1A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89ED84-DA40-4EA0-95C5-9AF0C1E9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1CF10C-ED45-43B9-B707-34A54FE0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751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0F2E940-3EE8-4346-AB20-9F76277EC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5308AFA-5915-4555-9046-BA6352CB7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795A2-79AA-474C-8194-89280816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6FDF57-8B87-4F53-83FB-D3531104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AD16A2-212F-43A6-8697-615D3BB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390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EF375D2-FA29-4348-A133-6B7B8507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C365850-3A3D-44E4-A06D-56348247A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BFC845-A4EA-4275-AAAC-5466609A8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093F9-1775-4BB7-A079-0BEAE2175069}" type="datetimeFigureOut">
              <a:rPr lang="hu-HU" smtClean="0"/>
              <a:t>2023. 10. 04.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E14A2ED-A255-4AE0-901A-BF29A3738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90D005-43B6-42CB-9AF1-A4E5F9228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66E1B-395E-4AA8-B318-3F8B83A612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43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1F7673-1580-4DA9-8DF3-E052670E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27"/>
            <a:ext cx="2574851" cy="1719298"/>
          </a:xfrm>
        </p:spPr>
        <p:txBody>
          <a:bodyPr>
            <a:normAutofit fontScale="90000"/>
          </a:bodyPr>
          <a:lstStyle/>
          <a:p>
            <a:r>
              <a:rPr lang="hu-HU" dirty="0"/>
              <a:t>Árpád-házi királyok: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2267F1-08DB-4BB0-BDAE-FC2C9931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028"/>
            <a:ext cx="10515600" cy="5411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i="1" u="sng" dirty="0"/>
              <a:t>I.(Szent) István </a:t>
            </a:r>
            <a:r>
              <a:rPr lang="de-DE" sz="2400" u="sng" dirty="0">
                <a:solidFill>
                  <a:schemeClr val="accent6">
                    <a:lumMod val="75000"/>
                  </a:schemeClr>
                </a:solidFill>
              </a:rPr>
              <a:t>(975 </a:t>
            </a:r>
            <a:r>
              <a:rPr lang="de-DE" sz="2400" u="sng" dirty="0" err="1">
                <a:solidFill>
                  <a:schemeClr val="accent6">
                    <a:lumMod val="75000"/>
                  </a:schemeClr>
                </a:solidFill>
              </a:rPr>
              <a:t>körül</a:t>
            </a:r>
            <a:r>
              <a:rPr lang="de-DE" sz="2400" u="sng" dirty="0">
                <a:solidFill>
                  <a:schemeClr val="accent6">
                    <a:lumMod val="75000"/>
                  </a:schemeClr>
                </a:solidFill>
              </a:rPr>
              <a:t> – 1038. </a:t>
            </a:r>
            <a:r>
              <a:rPr lang="de-DE" sz="2400" u="sng" dirty="0" err="1">
                <a:solidFill>
                  <a:schemeClr val="accent6">
                    <a:lumMod val="75000"/>
                  </a:schemeClr>
                </a:solidFill>
              </a:rPr>
              <a:t>augusztus</a:t>
            </a:r>
            <a:r>
              <a:rPr lang="de-DE" sz="2400" u="sng" dirty="0">
                <a:solidFill>
                  <a:schemeClr val="accent6">
                    <a:lumMod val="75000"/>
                  </a:schemeClr>
                </a:solidFill>
              </a:rPr>
              <a:t> 1</a:t>
            </a:r>
            <a:r>
              <a:rPr lang="hu-HU" sz="2400" u="sng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de-DE" sz="2400" u="sng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hu-HU" sz="2400" u="sng" dirty="0">
                <a:solidFill>
                  <a:schemeClr val="accent6">
                    <a:lumMod val="75000"/>
                  </a:schemeClr>
                </a:solidFill>
              </a:rPr>
              <a:t>):</a:t>
            </a:r>
            <a:r>
              <a:rPr lang="hu-HU" sz="2400" dirty="0"/>
              <a:t>   -Utolsó magyar fejedelem és az Első Magyar király –A keresztény magyar állam megteremtője –Magyarország </a:t>
            </a:r>
            <a:r>
              <a:rPr lang="hu-HU" sz="2400" dirty="0" err="1"/>
              <a:t>fővédőszentje</a:t>
            </a:r>
            <a:r>
              <a:rPr lang="hu-HU" sz="2400" dirty="0"/>
              <a:t> –A magyar történelem legkiemelkedőbb alakja</a:t>
            </a:r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r>
              <a:rPr lang="hu-HU" sz="2400" i="1" u="sng" dirty="0" err="1"/>
              <a:t>III.László</a:t>
            </a:r>
            <a:r>
              <a:rPr lang="hu-HU" sz="2400" i="1" u="sng" dirty="0"/>
              <a:t> magyar király </a:t>
            </a:r>
            <a:r>
              <a:rPr lang="hu-HU" sz="2400" u="sng" dirty="0">
                <a:solidFill>
                  <a:schemeClr val="accent6">
                    <a:lumMod val="75000"/>
                  </a:schemeClr>
                </a:solidFill>
              </a:rPr>
              <a:t>(1200 körül-1205. május.7): </a:t>
            </a:r>
            <a:r>
              <a:rPr lang="hu-HU" sz="2400" dirty="0"/>
              <a:t>-Mindössze 3 évesen koronázták meg –Imre király és Aragóniai Konstancia királyné egyetlen fia</a:t>
            </a:r>
            <a:endParaRPr lang="hu-HU" sz="2400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50" name="Picture 2" descr="Árpád-ház – Wikipédia">
            <a:extLst>
              <a:ext uri="{FF2B5EF4-FFF2-40B4-BE49-F238E27FC236}">
                <a16:creationId xmlns:a16="http://schemas.microsoft.com/office/drawing/2014/main" id="{F07A6261-885D-4D58-8F50-CC0D6ED7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670" y="0"/>
            <a:ext cx="1288569" cy="148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Kásler: Az Árpád-ház dinasztia a mai Afganisztán területéről származik -  Librarius.hu">
            <a:extLst>
              <a:ext uri="{FF2B5EF4-FFF2-40B4-BE49-F238E27FC236}">
                <a16:creationId xmlns:a16="http://schemas.microsoft.com/office/drawing/2014/main" id="{1A4A55F7-D257-4920-BB96-DA269AF44F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0699" y="3276599"/>
            <a:ext cx="4387702" cy="438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053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74</Words>
  <Application>Microsoft Office PowerPoint</Application>
  <PresentationFormat>Szélesvásznú</PresentationFormat>
  <Paragraphs>4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Árpád-házi királyok: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Árpád-házi királyok:</dc:title>
  <dc:creator>Köteles Marcell</dc:creator>
  <cp:lastModifiedBy>Köteles Marcell</cp:lastModifiedBy>
  <cp:revision>7</cp:revision>
  <dcterms:created xsi:type="dcterms:W3CDTF">2023-10-04T07:02:37Z</dcterms:created>
  <dcterms:modified xsi:type="dcterms:W3CDTF">2023-10-04T08:11:36Z</dcterms:modified>
</cp:coreProperties>
</file>